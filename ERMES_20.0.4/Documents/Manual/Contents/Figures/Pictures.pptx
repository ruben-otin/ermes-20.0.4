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61" r:id="rId4"/>
    <p:sldId id="264" r:id="rId5"/>
    <p:sldId id="265" r:id="rId6"/>
    <p:sldId id="290" r:id="rId7"/>
    <p:sldId id="277" r:id="rId8"/>
    <p:sldId id="269" r:id="rId9"/>
    <p:sldId id="271" r:id="rId10"/>
    <p:sldId id="282" r:id="rId11"/>
    <p:sldId id="283" r:id="rId12"/>
    <p:sldId id="289" r:id="rId13"/>
    <p:sldId id="288" r:id="rId14"/>
    <p:sldId id="27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73" autoAdjust="0"/>
    <p:restoredTop sz="94699" autoAdjust="0"/>
  </p:normalViewPr>
  <p:slideViewPr>
    <p:cSldViewPr snapToGrid="0">
      <p:cViewPr>
        <p:scale>
          <a:sx n="110" d="100"/>
          <a:sy n="110" d="100"/>
        </p:scale>
        <p:origin x="36" y="2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C5EEFF-C906-4BE8-98A9-5B810F45EF99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A0F52C-FAD8-4797-9B61-ABF2B15E4D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8404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0F52C-FAD8-4797-9B61-ABF2B15E4D89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2959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1D391-CA37-EAE3-CCF4-9DABF8EE2D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EC3D64-B038-5FB1-AC1B-4A26F7B0C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50E38-C070-C9DB-23E6-3206882DA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C7822-E928-4DA1-9B26-5012E088E4C0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A1A01-9815-19AE-476F-B0208F681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71574-0778-009B-E300-35305A653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0E664-7675-4A67-82CC-B929B7AF72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8215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9FBF7-23A2-DD9E-344B-BF409A56E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3F379-D6BA-A99E-F8E3-6F2C554C2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41685-15B7-ED2C-5ED4-0446D8DA7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C7822-E928-4DA1-9B26-5012E088E4C0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2E724-FB31-5C62-8F50-FE0A297F2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EBDFF-63F8-9141-1F8C-20388F32E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0E664-7675-4A67-82CC-B929B7AF72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7509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A6E6F-4368-A347-A840-C1D9140DB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C0DC2-57B7-4D0A-27F8-FDC09B15A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31D1E-59BA-5151-E7E0-24D7ACA88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C7822-E928-4DA1-9B26-5012E088E4C0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871D0-EE1C-D418-8459-014A48B4A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7AB97-4E8E-25B9-4397-08340EB3A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0E664-7675-4A67-82CC-B929B7AF72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1569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59F80-BE69-1D42-747E-FEAEBFB09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4AD9D-C3BB-BF52-6763-5321C6088F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67EBD1-C8E4-BC85-952A-171226918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C26E77-2EDD-9DF6-0EA2-629CDB946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C7822-E928-4DA1-9B26-5012E088E4C0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CF0AB-362A-C64C-65CC-06C1D2AF2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366E76-EAB8-C1EE-8C1C-694D2CC46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0E664-7675-4A67-82CC-B929B7AF72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2486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D578F-8D51-863C-B207-0125791CD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6F344-9D62-486F-11F6-11D8C247B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4D7153-2F31-A743-8B4A-2D6D5C68F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729DE0-43B4-BB61-2391-60A4A21AB0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8A30A3-455D-6BDF-40D4-D811F18AB7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6D648A-DD89-0170-5219-78767D778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C7822-E928-4DA1-9B26-5012E088E4C0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02FCBD-A7F3-2921-9F28-BBE246944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0D3D63-4306-09CD-9796-FA16F4CFA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0E664-7675-4A67-82CC-B929B7AF72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72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FCC77-6730-6FF2-95EB-88FAFFAA6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0E3F90-F25C-DA4F-985B-E185FD268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C7822-E928-4DA1-9B26-5012E088E4C0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8B4254-A8BF-9BE5-0687-119F47B47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90206B-73B1-F2A7-69D1-2F799E994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0E664-7675-4A67-82CC-B929B7AF72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0510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5DE705-0CD6-D5AE-64C5-6B1A0D7DE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C7822-E928-4DA1-9B26-5012E088E4C0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70FBCD-DD39-38D6-A618-329194A8E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F3289-BA45-8E69-FE06-06D8A51C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0E664-7675-4A67-82CC-B929B7AF72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8143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E954F-2823-50DE-7108-5E2B7C366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878BB-216E-2667-1A8D-99BB4C14F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411485-4B6A-DF14-54FE-5BFE3E5118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D3E219-8B9B-CF27-6FC7-F30613C41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C7822-E928-4DA1-9B26-5012E088E4C0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8F10E-953B-C431-FC08-93C0FC2BB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394F13-09C7-73F2-381F-1283A25BB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0E664-7675-4A67-82CC-B929B7AF72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2174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979EB-B2BC-8D5D-D558-61CA743E8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E0787E-16EA-73ED-6841-0EE0D0C462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36372-D332-BE6D-9073-A3818A345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9B508-AE01-4718-216A-FBD3306D3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C7822-E928-4DA1-9B26-5012E088E4C0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FC1056-CD13-7E3B-873F-C2C2738D5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6B254-A883-12EA-2BE7-CA637A843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0E664-7675-4A67-82CC-B929B7AF72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8733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8CF67-8CB7-3C7B-938F-75AC38683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B75FCE-FBAC-937C-A4EB-C873901F5A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03C7E-67B6-EBCC-9380-CAABCE4C4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C7822-E928-4DA1-9B26-5012E088E4C0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186D9-3DC0-1808-94CD-C1F4F29A5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3BEAA-343C-1E39-B5A9-923D2853E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0E664-7675-4A67-82CC-B929B7AF72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4457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91D073-8AEF-BB92-F8D0-3997814257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8B03D2-5A1F-87DA-CFED-0038F07E04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EF097-50D7-6ECC-4B81-114C6F5A4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C7822-E928-4DA1-9B26-5012E088E4C0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16262-FCC1-DFD6-4C07-7C251FD68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5C248-3A7E-7432-A694-34CD75FAE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0E664-7675-4A67-82CC-B929B7AF72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826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19D5F2-F0AF-8C5D-A063-21E4727DD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F7C60-A08E-EA30-C1AA-047B68054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B4C0C-AE80-1B70-3CFE-8A6B2C2C4E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3C7822-E928-4DA1-9B26-5012E088E4C0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A6997-25A6-A42F-1AD4-96C8D1A09F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F099F-6479-D7BE-564F-E8CA772B04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D0E664-7675-4A67-82CC-B929B7AF72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7638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E52071-347D-933C-696A-7693DD98F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106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5C133D5-1448-4808-E072-DF1CEFC30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399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C4FC70-52E3-EC8B-863F-D29AA91B7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975" y="413916"/>
            <a:ext cx="333422" cy="60301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A77EE6-E617-BC5B-F409-6E8B8A30A656}"/>
              </a:ext>
            </a:extLst>
          </p:cNvPr>
          <p:cNvSpPr txBox="1"/>
          <p:nvPr/>
        </p:nvSpPr>
        <p:spPr>
          <a:xfrm>
            <a:off x="1064786" y="452731"/>
            <a:ext cx="15568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>
                <a:latin typeface="Arial" panose="020B0604020202020204" pitchFamily="34" charset="0"/>
                <a:cs typeface="Arial" panose="020B0604020202020204" pitchFamily="34" charset="0"/>
              </a:rPr>
              <a:t>ERMES user manual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2C7A5B-54F6-598C-555F-66DDF40E34B1}"/>
              </a:ext>
            </a:extLst>
          </p:cNvPr>
          <p:cNvSpPr txBox="1"/>
          <p:nvPr/>
        </p:nvSpPr>
        <p:spPr>
          <a:xfrm>
            <a:off x="1064786" y="820817"/>
            <a:ext cx="2871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>
                <a:latin typeface="Arial" panose="020B0604020202020204" pitchFamily="34" charset="0"/>
                <a:cs typeface="Arial" panose="020B0604020202020204" pitchFamily="34" charset="0"/>
              </a:rPr>
              <a:t>Rectangular waveguide port parameters</a:t>
            </a:r>
            <a:endParaRPr lang="en-GB" sz="1100" b="1" dirty="0"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2BD872-B72C-6D70-E11A-FBE4B7151702}"/>
              </a:ext>
            </a:extLst>
          </p:cNvPr>
          <p:cNvSpPr txBox="1"/>
          <p:nvPr/>
        </p:nvSpPr>
        <p:spPr>
          <a:xfrm>
            <a:off x="1060236" y="1123611"/>
            <a:ext cx="25571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>
                <a:latin typeface="Arial" panose="020B0604020202020204" pitchFamily="34" charset="0"/>
                <a:cs typeface="Arial" panose="020B0604020202020204" pitchFamily="34" charset="0"/>
              </a:rPr>
              <a:t>Coaxial waveguide port parameters</a:t>
            </a:r>
            <a:endParaRPr lang="en-GB" sz="1100" b="1" dirty="0"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0FDC9A-D5EB-0145-BA90-683487C40C59}"/>
              </a:ext>
            </a:extLst>
          </p:cNvPr>
          <p:cNvSpPr txBox="1"/>
          <p:nvPr/>
        </p:nvSpPr>
        <p:spPr>
          <a:xfrm>
            <a:off x="1066183" y="1433332"/>
            <a:ext cx="21579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>
                <a:latin typeface="Arial" panose="020B0604020202020204" pitchFamily="34" charset="0"/>
                <a:cs typeface="Arial" panose="020B0604020202020204" pitchFamily="34" charset="0"/>
              </a:rPr>
              <a:t>Robin conditions coefficients</a:t>
            </a:r>
            <a:endParaRPr lang="en-GB" sz="1100" b="1" dirty="0"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6DBA08-C341-2EC0-7416-84F42A964C20}"/>
              </a:ext>
            </a:extLst>
          </p:cNvPr>
          <p:cNvSpPr txBox="1"/>
          <p:nvPr/>
        </p:nvSpPr>
        <p:spPr>
          <a:xfrm>
            <a:off x="1067581" y="1745123"/>
            <a:ext cx="19543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>
                <a:latin typeface="Arial" panose="020B0604020202020204" pitchFamily="34" charset="0"/>
                <a:cs typeface="Arial" panose="020B0604020202020204" pitchFamily="34" charset="0"/>
              </a:rPr>
              <a:t>Current density properties</a:t>
            </a:r>
            <a:endParaRPr lang="en-GB" sz="1100" b="1" dirty="0"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F3973C-9A4B-51B8-9E87-29CF493FFD7B}"/>
              </a:ext>
            </a:extLst>
          </p:cNvPr>
          <p:cNvSpPr txBox="1"/>
          <p:nvPr/>
        </p:nvSpPr>
        <p:spPr>
          <a:xfrm>
            <a:off x="1071610" y="2149192"/>
            <a:ext cx="17171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>
                <a:latin typeface="Arial" panose="020B0604020202020204" pitchFamily="34" charset="0"/>
                <a:cs typeface="Arial" panose="020B0604020202020204" pitchFamily="34" charset="0"/>
              </a:rPr>
              <a:t>IHL material properties</a:t>
            </a:r>
            <a:endParaRPr lang="en-GB" sz="1100" b="1" dirty="0"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4D7F6D-BFF4-AA4E-4138-F74AA85EE18D}"/>
              </a:ext>
            </a:extLst>
          </p:cNvPr>
          <p:cNvSpPr txBox="1"/>
          <p:nvPr/>
        </p:nvSpPr>
        <p:spPr>
          <a:xfrm>
            <a:off x="1066184" y="2467807"/>
            <a:ext cx="17508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>
                <a:latin typeface="Arial" panose="020B0604020202020204" pitchFamily="34" charset="0"/>
                <a:cs typeface="Arial" panose="020B0604020202020204" pitchFamily="34" charset="0"/>
              </a:rPr>
              <a:t>Cold plasma properties</a:t>
            </a:r>
            <a:endParaRPr lang="en-GB" sz="1100" b="1" dirty="0"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043145-7690-C033-E73F-9A8A317C329C}"/>
              </a:ext>
            </a:extLst>
          </p:cNvPr>
          <p:cNvSpPr txBox="1"/>
          <p:nvPr/>
        </p:nvSpPr>
        <p:spPr>
          <a:xfrm>
            <a:off x="1066184" y="2779765"/>
            <a:ext cx="2182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>
                <a:latin typeface="Arial" panose="020B0604020202020204" pitchFamily="34" charset="0"/>
                <a:cs typeface="Arial" panose="020B0604020202020204" pitchFamily="34" charset="0"/>
              </a:rPr>
              <a:t>Dirichlet boundary conditions</a:t>
            </a:r>
            <a:endParaRPr lang="en-GB" sz="1100" b="1" dirty="0"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473AE4-408F-66E2-4797-9BC51E1CC10E}"/>
              </a:ext>
            </a:extLst>
          </p:cNvPr>
          <p:cNvSpPr txBox="1"/>
          <p:nvPr/>
        </p:nvSpPr>
        <p:spPr>
          <a:xfrm>
            <a:off x="1067582" y="3083167"/>
            <a:ext cx="20201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>
                <a:latin typeface="Arial" panose="020B0604020202020204" pitchFamily="34" charset="0"/>
                <a:cs typeface="Arial" panose="020B0604020202020204" pitchFamily="34" charset="0"/>
              </a:rPr>
              <a:t>Robin boundary conditions</a:t>
            </a:r>
            <a:endParaRPr lang="en-GB" sz="1100" b="1" dirty="0"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7D0FA4-48AF-B4DA-A03A-E5D6D8FFAC79}"/>
              </a:ext>
            </a:extLst>
          </p:cNvPr>
          <p:cNvSpPr txBox="1"/>
          <p:nvPr/>
        </p:nvSpPr>
        <p:spPr>
          <a:xfrm>
            <a:off x="1064786" y="3373209"/>
            <a:ext cx="18069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>
                <a:latin typeface="Arial" panose="020B0604020202020204" pitchFamily="34" charset="0"/>
                <a:cs typeface="Arial" panose="020B0604020202020204" pitchFamily="34" charset="0"/>
              </a:rPr>
              <a:t>Current density sources</a:t>
            </a:r>
            <a:endParaRPr lang="en-GB" sz="1100" b="1" dirty="0"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7BD49E-A702-298D-492B-3E892E2E6994}"/>
              </a:ext>
            </a:extLst>
          </p:cNvPr>
          <p:cNvSpPr txBox="1"/>
          <p:nvPr/>
        </p:nvSpPr>
        <p:spPr>
          <a:xfrm>
            <a:off x="1066184" y="3760501"/>
            <a:ext cx="13195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>
                <a:latin typeface="Arial" panose="020B0604020202020204" pitchFamily="34" charset="0"/>
                <a:cs typeface="Arial" panose="020B0604020202020204" pitchFamily="34" charset="0"/>
              </a:rPr>
              <a:t>Results integrals</a:t>
            </a:r>
            <a:endParaRPr lang="en-GB" sz="1100" b="1" dirty="0">
              <a:cs typeface="Times New Roman" panose="02020603050405020304" pitchFamily="18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EE2B288-7D3B-F059-D7E6-9A6ABE2584E4}"/>
              </a:ext>
            </a:extLst>
          </p:cNvPr>
          <p:cNvCxnSpPr>
            <a:cxnSpLocks/>
          </p:cNvCxnSpPr>
          <p:nvPr/>
        </p:nvCxnSpPr>
        <p:spPr>
          <a:xfrm flipV="1">
            <a:off x="1107347" y="742135"/>
            <a:ext cx="4269996" cy="804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D102D4-30EC-E3F3-E418-7816C79E354B}"/>
              </a:ext>
            </a:extLst>
          </p:cNvPr>
          <p:cNvCxnSpPr>
            <a:cxnSpLocks/>
          </p:cNvCxnSpPr>
          <p:nvPr/>
        </p:nvCxnSpPr>
        <p:spPr>
          <a:xfrm flipV="1">
            <a:off x="1117134" y="2065155"/>
            <a:ext cx="4269996" cy="804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F8CB6F0-A9A7-A972-86B8-6886520DB752}"/>
              </a:ext>
            </a:extLst>
          </p:cNvPr>
          <p:cNvCxnSpPr>
            <a:cxnSpLocks/>
          </p:cNvCxnSpPr>
          <p:nvPr/>
        </p:nvCxnSpPr>
        <p:spPr>
          <a:xfrm flipV="1">
            <a:off x="1110143" y="3689470"/>
            <a:ext cx="4269996" cy="804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76A9783-1BD0-286B-74FA-C916B3AFF47B}"/>
              </a:ext>
            </a:extLst>
          </p:cNvPr>
          <p:cNvCxnSpPr>
            <a:cxnSpLocks/>
          </p:cNvCxnSpPr>
          <p:nvPr/>
        </p:nvCxnSpPr>
        <p:spPr>
          <a:xfrm flipV="1">
            <a:off x="1111541" y="4660152"/>
            <a:ext cx="4269996" cy="804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F40B3BF-5EA6-70A9-7D87-C2165CAADD57}"/>
              </a:ext>
            </a:extLst>
          </p:cNvPr>
          <p:cNvCxnSpPr>
            <a:cxnSpLocks/>
          </p:cNvCxnSpPr>
          <p:nvPr/>
        </p:nvCxnSpPr>
        <p:spPr>
          <a:xfrm flipV="1">
            <a:off x="1104550" y="5383004"/>
            <a:ext cx="4269996" cy="804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3D116C0-3BF5-D4DD-D672-A041D53A386F}"/>
              </a:ext>
            </a:extLst>
          </p:cNvPr>
          <p:cNvCxnSpPr>
            <a:cxnSpLocks/>
          </p:cNvCxnSpPr>
          <p:nvPr/>
        </p:nvCxnSpPr>
        <p:spPr>
          <a:xfrm flipV="1">
            <a:off x="1105948" y="6418523"/>
            <a:ext cx="4269996" cy="804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547B5F5-C364-8D62-B35C-FF5AEB335A14}"/>
              </a:ext>
            </a:extLst>
          </p:cNvPr>
          <p:cNvCxnSpPr>
            <a:cxnSpLocks/>
          </p:cNvCxnSpPr>
          <p:nvPr/>
        </p:nvCxnSpPr>
        <p:spPr>
          <a:xfrm flipV="1">
            <a:off x="1107345" y="418656"/>
            <a:ext cx="4269996" cy="804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D01D71B-D404-C38F-3426-2BBBCE794048}"/>
              </a:ext>
            </a:extLst>
          </p:cNvPr>
          <p:cNvSpPr txBox="1"/>
          <p:nvPr/>
        </p:nvSpPr>
        <p:spPr>
          <a:xfrm>
            <a:off x="1064786" y="4039862"/>
            <a:ext cx="14927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>
                <a:latin typeface="Arial" panose="020B0604020202020204" pitchFamily="34" charset="0"/>
                <a:cs typeface="Arial" panose="020B0604020202020204" pitchFamily="34" charset="0"/>
              </a:rPr>
              <a:t>Solving parameters</a:t>
            </a:r>
            <a:endParaRPr lang="en-GB" sz="1100" b="1" dirty="0"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6242DA-D6C5-207E-7F89-73A8E9CEB6DD}"/>
              </a:ext>
            </a:extLst>
          </p:cNvPr>
          <p:cNvSpPr txBox="1"/>
          <p:nvPr/>
        </p:nvSpPr>
        <p:spPr>
          <a:xfrm>
            <a:off x="1057795" y="432648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en-GB" sz="1100" b="1" dirty="0"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E37253-6D9D-F493-FF92-6CFF90795043}"/>
              </a:ext>
            </a:extLst>
          </p:cNvPr>
          <p:cNvSpPr txBox="1"/>
          <p:nvPr/>
        </p:nvSpPr>
        <p:spPr>
          <a:xfrm>
            <a:off x="1057795" y="4733707"/>
            <a:ext cx="1202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>
                <a:latin typeface="Arial" panose="020B0604020202020204" pitchFamily="34" charset="0"/>
                <a:cs typeface="Arial" panose="020B0604020202020204" pitchFamily="34" charset="0"/>
              </a:rPr>
              <a:t>Generate mesh</a:t>
            </a:r>
            <a:endParaRPr lang="en-GB" sz="1100" b="1" dirty="0"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5C26A7-C90F-A758-C294-51BF4B3C5D22}"/>
              </a:ext>
            </a:extLst>
          </p:cNvPr>
          <p:cNvSpPr txBox="1"/>
          <p:nvPr/>
        </p:nvSpPr>
        <p:spPr>
          <a:xfrm>
            <a:off x="1061076" y="5046848"/>
            <a:ext cx="8114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>
                <a:latin typeface="Arial" panose="020B0604020202020204" pitchFamily="34" charset="0"/>
                <a:cs typeface="Arial" panose="020B0604020202020204" pitchFamily="34" charset="0"/>
              </a:rPr>
              <a:t>Calculate</a:t>
            </a:r>
            <a:endParaRPr lang="en-GB" sz="1100" b="1" dirty="0"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902C5C-6972-726F-B483-8202130BC8CC}"/>
              </a:ext>
            </a:extLst>
          </p:cNvPr>
          <p:cNvSpPr txBox="1"/>
          <p:nvPr/>
        </p:nvSpPr>
        <p:spPr>
          <a:xfrm>
            <a:off x="1057925" y="5787896"/>
            <a:ext cx="12426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>
                <a:latin typeface="Arial" panose="020B0604020202020204" pitchFamily="34" charset="0"/>
                <a:cs typeface="Arial" panose="020B0604020202020204" pitchFamily="34" charset="0"/>
              </a:rPr>
              <a:t>ERMES website</a:t>
            </a:r>
            <a:endParaRPr lang="en-GB" sz="1100" b="1" dirty="0"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2FCB5F-0D83-0410-0B86-6854BB0856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1828" y="2880174"/>
            <a:ext cx="864648" cy="3293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B818364-0EA4-F8E2-24AF-E40C576984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3454" y="2880173"/>
            <a:ext cx="934969" cy="322403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3D0F271-101B-FC71-122E-43C4959A7966}"/>
              </a:ext>
            </a:extLst>
          </p:cNvPr>
          <p:cNvCxnSpPr>
            <a:cxnSpLocks/>
          </p:cNvCxnSpPr>
          <p:nvPr/>
        </p:nvCxnSpPr>
        <p:spPr>
          <a:xfrm>
            <a:off x="9205595" y="3032593"/>
            <a:ext cx="545921" cy="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515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ainbow colored ring on a white background&#10;&#10;Description automatically generated">
            <a:extLst>
              <a:ext uri="{FF2B5EF4-FFF2-40B4-BE49-F238E27FC236}">
                <a16:creationId xmlns:a16="http://schemas.microsoft.com/office/drawing/2014/main" id="{54ADD93B-483D-FF2F-789D-265D3A3F325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76" t="22221" r="23143" b="20001"/>
          <a:stretch/>
        </p:blipFill>
        <p:spPr>
          <a:xfrm>
            <a:off x="4737031" y="12739"/>
            <a:ext cx="4375435" cy="3447433"/>
          </a:xfrm>
          <a:prstGeom prst="rect">
            <a:avLst/>
          </a:prstGeom>
        </p:spPr>
      </p:pic>
      <p:pic>
        <p:nvPicPr>
          <p:cNvPr id="7" name="Picture 6" descr="A rainbow colored ring on a white background&#10;&#10;Description automatically generated">
            <a:extLst>
              <a:ext uri="{FF2B5EF4-FFF2-40B4-BE49-F238E27FC236}">
                <a16:creationId xmlns:a16="http://schemas.microsoft.com/office/drawing/2014/main" id="{37003F4C-A286-BC78-35B3-6DC0D05296A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39" t="20317" r="23608" b="20317"/>
          <a:stretch/>
        </p:blipFill>
        <p:spPr>
          <a:xfrm>
            <a:off x="250959" y="3312010"/>
            <a:ext cx="4304490" cy="3545990"/>
          </a:xfrm>
          <a:prstGeom prst="rect">
            <a:avLst/>
          </a:prstGeom>
        </p:spPr>
      </p:pic>
      <p:pic>
        <p:nvPicPr>
          <p:cNvPr id="11" name="Picture 10" descr="A rainbow colored ring on a white background&#10;&#10;Description automatically generated">
            <a:extLst>
              <a:ext uri="{FF2B5EF4-FFF2-40B4-BE49-F238E27FC236}">
                <a16:creationId xmlns:a16="http://schemas.microsoft.com/office/drawing/2014/main" id="{FE47E743-A903-8E26-7BBE-DD0AD72F247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39" t="22288" r="23607" b="21906"/>
          <a:stretch/>
        </p:blipFill>
        <p:spPr>
          <a:xfrm>
            <a:off x="4847897" y="3460532"/>
            <a:ext cx="4249304" cy="3290695"/>
          </a:xfrm>
          <a:prstGeom prst="rect">
            <a:avLst/>
          </a:prstGeom>
        </p:spPr>
      </p:pic>
      <p:pic>
        <p:nvPicPr>
          <p:cNvPr id="16" name="Picture 15" descr="A rainbow colored ring on a white background&#10;&#10;Description automatically generated">
            <a:extLst>
              <a:ext uri="{FF2B5EF4-FFF2-40B4-BE49-F238E27FC236}">
                <a16:creationId xmlns:a16="http://schemas.microsoft.com/office/drawing/2014/main" id="{8C53A890-C776-750A-5DA9-F46DA6167CF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50" t="22289" r="22649" b="21904"/>
          <a:stretch/>
        </p:blipFill>
        <p:spPr>
          <a:xfrm>
            <a:off x="154177" y="0"/>
            <a:ext cx="4461642" cy="331948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54EADF2-6F9C-1619-E422-39F0F69942F7}"/>
              </a:ext>
            </a:extLst>
          </p:cNvPr>
          <p:cNvSpPr txBox="1"/>
          <p:nvPr/>
        </p:nvSpPr>
        <p:spPr>
          <a:xfrm>
            <a:off x="1963372" y="1379393"/>
            <a:ext cx="8306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M = 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E326B2-02B6-F42B-92B2-A52377754123}"/>
              </a:ext>
            </a:extLst>
          </p:cNvPr>
          <p:cNvSpPr txBox="1"/>
          <p:nvPr/>
        </p:nvSpPr>
        <p:spPr>
          <a:xfrm>
            <a:off x="6481821" y="1418808"/>
            <a:ext cx="8306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M = 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37E1F2-D497-8F2A-E367-85ABDF46DD43}"/>
              </a:ext>
            </a:extLst>
          </p:cNvPr>
          <p:cNvSpPr txBox="1"/>
          <p:nvPr/>
        </p:nvSpPr>
        <p:spPr>
          <a:xfrm>
            <a:off x="1971255" y="4877067"/>
            <a:ext cx="8306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M =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074063-51DE-8E19-7D65-5CD26AC637A5}"/>
              </a:ext>
            </a:extLst>
          </p:cNvPr>
          <p:cNvSpPr txBox="1"/>
          <p:nvPr/>
        </p:nvSpPr>
        <p:spPr>
          <a:xfrm>
            <a:off x="6549076" y="4884950"/>
            <a:ext cx="8306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M = 4</a:t>
            </a:r>
          </a:p>
        </p:txBody>
      </p:sp>
    </p:spTree>
    <p:extLst>
      <p:ext uri="{BB962C8B-B14F-4D97-AF65-F5344CB8AC3E}">
        <p14:creationId xmlns:p14="http://schemas.microsoft.com/office/powerpoint/2010/main" val="3886827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orful ring with a white background&#10;&#10;Description automatically generated">
            <a:extLst>
              <a:ext uri="{FF2B5EF4-FFF2-40B4-BE49-F238E27FC236}">
                <a16:creationId xmlns:a16="http://schemas.microsoft.com/office/drawing/2014/main" id="{F71CEFCD-CEED-BB2A-3456-AD40B6EBF92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13" t="20635" r="23144" b="20000"/>
          <a:stretch/>
        </p:blipFill>
        <p:spPr>
          <a:xfrm>
            <a:off x="-1" y="0"/>
            <a:ext cx="4288221" cy="3441620"/>
          </a:xfrm>
          <a:prstGeom prst="rect">
            <a:avLst/>
          </a:prstGeom>
        </p:spPr>
      </p:pic>
      <p:pic>
        <p:nvPicPr>
          <p:cNvPr id="7" name="Picture 6" descr="A circular object with a colorful pattern&#10;&#10;Description automatically generated with medium confidence">
            <a:extLst>
              <a:ext uri="{FF2B5EF4-FFF2-40B4-BE49-F238E27FC236}">
                <a16:creationId xmlns:a16="http://schemas.microsoft.com/office/drawing/2014/main" id="{F58889A9-9394-D1F8-1F5C-59E46C57C57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82" t="20635" r="22911" b="21387"/>
          <a:stretch/>
        </p:blipFill>
        <p:spPr>
          <a:xfrm>
            <a:off x="4288220" y="25451"/>
            <a:ext cx="4379509" cy="34035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BC62D88-CBE9-183C-7B56-53B071C9ADEB}"/>
              </a:ext>
            </a:extLst>
          </p:cNvPr>
          <p:cNvSpPr txBox="1"/>
          <p:nvPr/>
        </p:nvSpPr>
        <p:spPr>
          <a:xfrm>
            <a:off x="1728770" y="1520755"/>
            <a:ext cx="8306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M = 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D753FA-089C-5A1B-963F-9BAD26E897B0}"/>
              </a:ext>
            </a:extLst>
          </p:cNvPr>
          <p:cNvSpPr txBox="1"/>
          <p:nvPr/>
        </p:nvSpPr>
        <p:spPr>
          <a:xfrm>
            <a:off x="6046072" y="1520755"/>
            <a:ext cx="8306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M = 5</a:t>
            </a:r>
          </a:p>
        </p:txBody>
      </p:sp>
    </p:spTree>
    <p:extLst>
      <p:ext uri="{BB962C8B-B14F-4D97-AF65-F5344CB8AC3E}">
        <p14:creationId xmlns:p14="http://schemas.microsoft.com/office/powerpoint/2010/main" val="521146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DE09F-73A9-C56F-E771-6847B4C28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C1D8A2-D7D6-4655-0905-B2037750DD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81" y="116957"/>
            <a:ext cx="5604922" cy="6474383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D42D0C-65B5-9D58-E3FE-BF1CEA0785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0103" y="116957"/>
            <a:ext cx="5604922" cy="647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435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screen with a rainbow colored line&#10;&#10;Description automatically generated with medium confidence">
            <a:extLst>
              <a:ext uri="{FF2B5EF4-FFF2-40B4-BE49-F238E27FC236}">
                <a16:creationId xmlns:a16="http://schemas.microsoft.com/office/drawing/2014/main" id="{9C3856BD-55E5-50B3-10EC-69CED2B0EE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60281" cy="2507225"/>
          </a:xfrm>
          <a:prstGeom prst="rect">
            <a:avLst/>
          </a:prstGeom>
        </p:spPr>
      </p:pic>
      <p:pic>
        <p:nvPicPr>
          <p:cNvPr id="7" name="Picture 6" descr="A rainbow colored rainbow on a blue background&#10;&#10;Description automatically generated">
            <a:extLst>
              <a:ext uri="{FF2B5EF4-FFF2-40B4-BE49-F238E27FC236}">
                <a16:creationId xmlns:a16="http://schemas.microsoft.com/office/drawing/2014/main" id="{CDAFD54A-B5B2-E90C-CA6E-437DD06211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4931" y="-1"/>
            <a:ext cx="6077069" cy="2507225"/>
          </a:xfrm>
          <a:prstGeom prst="rect">
            <a:avLst/>
          </a:prstGeom>
        </p:spPr>
      </p:pic>
      <p:pic>
        <p:nvPicPr>
          <p:cNvPr id="2" name="Picture 1" descr="A green rectangle with a green line&#10;&#10;Description automatically generated">
            <a:extLst>
              <a:ext uri="{FF2B5EF4-FFF2-40B4-BE49-F238E27FC236}">
                <a16:creationId xmlns:a16="http://schemas.microsoft.com/office/drawing/2014/main" id="{8AC798E0-5A5D-40DB-6EAC-CD3DB37A4C1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934" t="33803" r="18142" b="33802"/>
          <a:stretch/>
        </p:blipFill>
        <p:spPr>
          <a:xfrm>
            <a:off x="135173" y="3191306"/>
            <a:ext cx="5194853" cy="2318939"/>
          </a:xfrm>
          <a:prstGeom prst="rect">
            <a:avLst/>
          </a:prstGeom>
        </p:spPr>
      </p:pic>
      <p:pic>
        <p:nvPicPr>
          <p:cNvPr id="6" name="Picture 5" descr="A rainbow colored light on a blue background&#10;&#10;Description automatically generated">
            <a:extLst>
              <a:ext uri="{FF2B5EF4-FFF2-40B4-BE49-F238E27FC236}">
                <a16:creationId xmlns:a16="http://schemas.microsoft.com/office/drawing/2014/main" id="{FECAD553-4183-A536-5C80-EB8C348871A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65" t="33391" r="16412" b="33913"/>
          <a:stretch/>
        </p:blipFill>
        <p:spPr>
          <a:xfrm>
            <a:off x="5544709" y="3138359"/>
            <a:ext cx="6647291" cy="237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321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B33C04-BB9D-305D-2B80-CE2EE3B2D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39" y="0"/>
            <a:ext cx="5568438" cy="34985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9360F4-404E-7F78-0730-3C7377CDF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18" y="3437167"/>
            <a:ext cx="5542059" cy="3344853"/>
          </a:xfrm>
          <a:prstGeom prst="rect">
            <a:avLst/>
          </a:prstGeom>
        </p:spPr>
      </p:pic>
      <p:pic>
        <p:nvPicPr>
          <p:cNvPr id="6" name="Picture 2" descr="Max_ELVs_XS">
            <a:extLst>
              <a:ext uri="{FF2B5EF4-FFF2-40B4-BE49-F238E27FC236}">
                <a16:creationId xmlns:a16="http://schemas.microsoft.com/office/drawing/2014/main" id="{6B1EB4D2-AA83-FE55-443A-EE82BEB92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0594" y="3437167"/>
            <a:ext cx="6221406" cy="3420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 descr="TIG-AC_B_HighLow">
            <a:extLst>
              <a:ext uri="{FF2B5EF4-FFF2-40B4-BE49-F238E27FC236}">
                <a16:creationId xmlns:a16="http://schemas.microsoft.com/office/drawing/2014/main" id="{F744C9D6-BB0C-D145-C91F-1CABB6D94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0594" y="0"/>
            <a:ext cx="6096000" cy="2797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2436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green striped object&#10;&#10;Description automatically generated with medium confidence">
            <a:extLst>
              <a:ext uri="{FF2B5EF4-FFF2-40B4-BE49-F238E27FC236}">
                <a16:creationId xmlns:a16="http://schemas.microsoft.com/office/drawing/2014/main" id="{7C88A1C7-049E-BCD5-7076-429F696088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7394"/>
          <a:stretch/>
        </p:blipFill>
        <p:spPr>
          <a:xfrm>
            <a:off x="356137" y="3439633"/>
            <a:ext cx="8118016" cy="2858831"/>
          </a:xfrm>
          <a:prstGeom prst="rect">
            <a:avLst/>
          </a:prstGeom>
          <a:ln w="76200" cap="rnd">
            <a:noFill/>
          </a:ln>
        </p:spPr>
      </p:pic>
      <p:pic>
        <p:nvPicPr>
          <p:cNvPr id="3" name="Picture 2" descr="A rainbow colored ring with multiple rings&#10;&#10;Description automatically generated with medium confidence">
            <a:extLst>
              <a:ext uri="{FF2B5EF4-FFF2-40B4-BE49-F238E27FC236}">
                <a16:creationId xmlns:a16="http://schemas.microsoft.com/office/drawing/2014/main" id="{2B26C337-CF14-339F-B085-ECFCD85BE8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251" t="4850" r="18889" b="6857"/>
          <a:stretch/>
        </p:blipFill>
        <p:spPr>
          <a:xfrm>
            <a:off x="5831605" y="3569358"/>
            <a:ext cx="2618599" cy="2823012"/>
          </a:xfrm>
          <a:prstGeom prst="rect">
            <a:avLst/>
          </a:prstGeom>
        </p:spPr>
      </p:pic>
      <p:pic>
        <p:nvPicPr>
          <p:cNvPr id="4" name="Picture 3" descr="A group of blue and green objects&#10;&#10;Description automatically generated with medium confidence">
            <a:extLst>
              <a:ext uri="{FF2B5EF4-FFF2-40B4-BE49-F238E27FC236}">
                <a16:creationId xmlns:a16="http://schemas.microsoft.com/office/drawing/2014/main" id="{ED8E7610-94CD-4ACB-58B8-285403C25C5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6475"/>
          <a:stretch/>
        </p:blipFill>
        <p:spPr>
          <a:xfrm>
            <a:off x="351910" y="559536"/>
            <a:ext cx="8026546" cy="2868117"/>
          </a:xfrm>
          <a:prstGeom prst="rect">
            <a:avLst/>
          </a:prstGeom>
          <a:ln w="76200">
            <a:noFill/>
          </a:ln>
        </p:spPr>
      </p:pic>
    </p:spTree>
    <p:extLst>
      <p:ext uri="{BB962C8B-B14F-4D97-AF65-F5344CB8AC3E}">
        <p14:creationId xmlns:p14="http://schemas.microsoft.com/office/powerpoint/2010/main" val="2728208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circle with a blue circle with a blue circle with a blue circle with a blue circle with a blue circle with a blue circle with a blue circle with a blue circle with a blue circle&#10;&#10;Description automatically generated">
            <a:extLst>
              <a:ext uri="{FF2B5EF4-FFF2-40B4-BE49-F238E27FC236}">
                <a16:creationId xmlns:a16="http://schemas.microsoft.com/office/drawing/2014/main" id="{99DBFE55-99AA-5235-E73C-5B5A319B50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49" t="15217" r="19490" b="9105"/>
          <a:stretch/>
        </p:blipFill>
        <p:spPr>
          <a:xfrm>
            <a:off x="0" y="1204957"/>
            <a:ext cx="4888194" cy="44546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753331-573F-54E2-A4EB-342BF52D3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194" y="1178524"/>
            <a:ext cx="4452359" cy="448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601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DA82795B-3462-C503-2A43-EB4A7382537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01"/>
          <a:stretch/>
        </p:blipFill>
        <p:spPr>
          <a:xfrm>
            <a:off x="4469226" y="7147"/>
            <a:ext cx="4563678" cy="4743169"/>
          </a:xfrm>
          <a:prstGeom prst="rect">
            <a:avLst/>
          </a:prstGeom>
        </p:spPr>
      </p:pic>
      <p:pic>
        <p:nvPicPr>
          <p:cNvPr id="3" name="Picture 2" descr="A screen shot of a computer&#10;&#10;Description automatically generated">
            <a:extLst>
              <a:ext uri="{FF2B5EF4-FFF2-40B4-BE49-F238E27FC236}">
                <a16:creationId xmlns:a16="http://schemas.microsoft.com/office/drawing/2014/main" id="{099890BC-B017-FE51-DE41-F6F8216B3C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39"/>
          <a:stretch/>
        </p:blipFill>
        <p:spPr>
          <a:xfrm>
            <a:off x="0" y="7147"/>
            <a:ext cx="4562359" cy="4750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156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7BDF35-8328-F82A-391B-5E626ED3F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2"/>
            <a:ext cx="3778290" cy="3429000"/>
          </a:xfrm>
          <a:prstGeom prst="rect">
            <a:avLst/>
          </a:prstGeom>
        </p:spPr>
      </p:pic>
      <p:pic>
        <p:nvPicPr>
          <p:cNvPr id="9" name="Picture 8" descr="A colorful circle with a white center&#10;&#10;Description automatically generated">
            <a:extLst>
              <a:ext uri="{FF2B5EF4-FFF2-40B4-BE49-F238E27FC236}">
                <a16:creationId xmlns:a16="http://schemas.microsoft.com/office/drawing/2014/main" id="{B71346F7-425A-071F-E481-E9A67F0F0E5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288" t="1862" r="17075" b="3709"/>
          <a:stretch/>
        </p:blipFill>
        <p:spPr>
          <a:xfrm>
            <a:off x="2970299" y="3435176"/>
            <a:ext cx="3125701" cy="3110893"/>
          </a:xfrm>
          <a:prstGeom prst="rect">
            <a:avLst/>
          </a:prstGeom>
        </p:spPr>
      </p:pic>
      <p:pic>
        <p:nvPicPr>
          <p:cNvPr id="10" name="Picture 9" descr="A blue circle with a yellow center&#10;&#10;Description automatically generated">
            <a:extLst>
              <a:ext uri="{FF2B5EF4-FFF2-40B4-BE49-F238E27FC236}">
                <a16:creationId xmlns:a16="http://schemas.microsoft.com/office/drawing/2014/main" id="{AD2CEF8C-7946-7DB9-E54C-1ED72B99F99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713" t="2301" r="15865" b="3521"/>
          <a:stretch/>
        </p:blipFill>
        <p:spPr>
          <a:xfrm>
            <a:off x="0" y="3435174"/>
            <a:ext cx="2943101" cy="31108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8B0D097-DFC1-A3C8-59E1-5050547EA6A3}"/>
              </a:ext>
            </a:extLst>
          </p:cNvPr>
          <p:cNvSpPr txBox="1"/>
          <p:nvPr/>
        </p:nvSpPr>
        <p:spPr>
          <a:xfrm>
            <a:off x="93943" y="3793636"/>
            <a:ext cx="857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1</a:t>
            </a:r>
            <a:r>
              <a:rPr lang="en-GB" b="1" baseline="30000" dirty="0"/>
              <a:t>st</a:t>
            </a:r>
            <a:r>
              <a:rPr lang="en-GB" b="1" dirty="0"/>
              <a:t> ABC</a:t>
            </a:r>
            <a:endParaRPr lang="en-GB" b="1" baseline="-25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3D379C-CD93-D9FC-9650-5CCF21BD6213}"/>
              </a:ext>
            </a:extLst>
          </p:cNvPr>
          <p:cNvSpPr txBox="1"/>
          <p:nvPr/>
        </p:nvSpPr>
        <p:spPr>
          <a:xfrm>
            <a:off x="1429421" y="4906933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J</a:t>
            </a:r>
            <a:endParaRPr lang="en-GB" b="1" baseline="-25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3AA955-C038-5B64-8F97-F600E2E33953}"/>
              </a:ext>
            </a:extLst>
          </p:cNvPr>
          <p:cNvSpPr txBox="1"/>
          <p:nvPr/>
        </p:nvSpPr>
        <p:spPr>
          <a:xfrm>
            <a:off x="646409" y="5708442"/>
            <a:ext cx="1117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CBC / PEC</a:t>
            </a:r>
            <a:endParaRPr lang="en-GB" b="1" baseline="-25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BC7ADF-3E9D-09B4-AE9E-C8BC26F3B1FC}"/>
              </a:ext>
            </a:extLst>
          </p:cNvPr>
          <p:cNvSpPr txBox="1"/>
          <p:nvPr/>
        </p:nvSpPr>
        <p:spPr>
          <a:xfrm>
            <a:off x="4356928" y="3709823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|S|</a:t>
            </a:r>
            <a:endParaRPr lang="en-GB" b="1" baseline="-25000" dirty="0"/>
          </a:p>
        </p:txBody>
      </p:sp>
      <p:pic>
        <p:nvPicPr>
          <p:cNvPr id="16" name="Picture 15" descr="A blue ring with a multicolored pattern&#10;&#10;Description automatically generated">
            <a:extLst>
              <a:ext uri="{FF2B5EF4-FFF2-40B4-BE49-F238E27FC236}">
                <a16:creationId xmlns:a16="http://schemas.microsoft.com/office/drawing/2014/main" id="{7EF09828-02D9-4492-A94A-095ACF34527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1628" t="4853" r="20765" b="7374"/>
          <a:stretch/>
        </p:blipFill>
        <p:spPr>
          <a:xfrm>
            <a:off x="4143826" y="-480"/>
            <a:ext cx="1696801" cy="173400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162329F-50B2-FE8F-673E-415988427359}"/>
              </a:ext>
            </a:extLst>
          </p:cNvPr>
          <p:cNvSpPr txBox="1"/>
          <p:nvPr/>
        </p:nvSpPr>
        <p:spPr>
          <a:xfrm>
            <a:off x="4744713" y="681857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|E|</a:t>
            </a:r>
            <a:endParaRPr lang="en-GB" b="1" baseline="-25000" dirty="0"/>
          </a:p>
        </p:txBody>
      </p:sp>
      <p:pic>
        <p:nvPicPr>
          <p:cNvPr id="18" name="Picture 17" descr="A colorful circular object with a white background&#10;&#10;Description automatically generated">
            <a:extLst>
              <a:ext uri="{FF2B5EF4-FFF2-40B4-BE49-F238E27FC236}">
                <a16:creationId xmlns:a16="http://schemas.microsoft.com/office/drawing/2014/main" id="{250E18B8-C7D7-C2EF-78FA-49B740D3779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3961" t="11738" r="23887" b="14711"/>
          <a:stretch/>
        </p:blipFill>
        <p:spPr>
          <a:xfrm>
            <a:off x="4093028" y="1733526"/>
            <a:ext cx="1815051" cy="171694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1049301-147F-E4A3-9481-4785CA14DF6B}"/>
              </a:ext>
            </a:extLst>
          </p:cNvPr>
          <p:cNvSpPr txBox="1"/>
          <p:nvPr/>
        </p:nvSpPr>
        <p:spPr>
          <a:xfrm>
            <a:off x="4719748" y="2423391"/>
            <a:ext cx="548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|H|</a:t>
            </a:r>
            <a:endParaRPr lang="en-GB" b="1" baseline="-25000" dirty="0"/>
          </a:p>
        </p:txBody>
      </p:sp>
    </p:spTree>
    <p:extLst>
      <p:ext uri="{BB962C8B-B14F-4D97-AF65-F5344CB8AC3E}">
        <p14:creationId xmlns:p14="http://schemas.microsoft.com/office/powerpoint/2010/main" val="1531966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83A38E-039F-7ED5-52EF-FAB8F513AE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31"/>
          <a:stretch/>
        </p:blipFill>
        <p:spPr>
          <a:xfrm>
            <a:off x="2907739" y="366804"/>
            <a:ext cx="4955221" cy="40684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21BD8E-CC97-7AE8-1103-74EC86C41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36" y="366803"/>
            <a:ext cx="2454885" cy="406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173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603EFC6-0B97-79B5-068C-6AD4215C0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46" y="346316"/>
            <a:ext cx="2845554" cy="616536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A94EAB-E28A-ED6D-A7C8-26673371C1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4173" y="346316"/>
            <a:ext cx="4828383" cy="61653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8E66E7-E2C4-E18B-1675-BB6613AB54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2229" y="345278"/>
            <a:ext cx="3639085" cy="616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536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2651</TotalTime>
  <Words>76</Words>
  <Application>Microsoft Office PowerPoint</Application>
  <PresentationFormat>Widescreen</PresentationFormat>
  <Paragraphs>29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Otin, Ruben</dc:creator>
  <cp:lastModifiedBy>Otin, Ruben</cp:lastModifiedBy>
  <cp:revision>34</cp:revision>
  <dcterms:created xsi:type="dcterms:W3CDTF">2024-08-07T15:15:39Z</dcterms:created>
  <dcterms:modified xsi:type="dcterms:W3CDTF">2026-03-30T22:00:50Z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2759de7-3255-46b5-8dfe-736652f9c6c1_Enabled">
    <vt:lpwstr>true</vt:lpwstr>
  </property>
  <property fmtid="{D5CDD505-2E9C-101B-9397-08002B2CF9AE}" pid="3" name="MSIP_Label_22759de7-3255-46b5-8dfe-736652f9c6c1_SetDate">
    <vt:lpwstr>2024-08-07T15:15:48Z</vt:lpwstr>
  </property>
  <property fmtid="{D5CDD505-2E9C-101B-9397-08002B2CF9AE}" pid="4" name="MSIP_Label_22759de7-3255-46b5-8dfe-736652f9c6c1_Method">
    <vt:lpwstr>Standard</vt:lpwstr>
  </property>
  <property fmtid="{D5CDD505-2E9C-101B-9397-08002B2CF9AE}" pid="5" name="MSIP_Label_22759de7-3255-46b5-8dfe-736652f9c6c1_Name">
    <vt:lpwstr>22759de7-3255-46b5-8dfe-736652f9c6c1</vt:lpwstr>
  </property>
  <property fmtid="{D5CDD505-2E9C-101B-9397-08002B2CF9AE}" pid="6" name="MSIP_Label_22759de7-3255-46b5-8dfe-736652f9c6c1_SiteId">
    <vt:lpwstr>c6ac664b-ae27-4d5d-b4e6-bb5717196fc7</vt:lpwstr>
  </property>
  <property fmtid="{D5CDD505-2E9C-101B-9397-08002B2CF9AE}" pid="7" name="MSIP_Label_22759de7-3255-46b5-8dfe-736652f9c6c1_ActionId">
    <vt:lpwstr>d2bf3c09-78db-4021-841d-a95d597c7761</vt:lpwstr>
  </property>
  <property fmtid="{D5CDD505-2E9C-101B-9397-08002B2CF9AE}" pid="8" name="MSIP_Label_22759de7-3255-46b5-8dfe-736652f9c6c1_ContentBits">
    <vt:lpwstr>0</vt:lpwstr>
  </property>
</Properties>
</file>